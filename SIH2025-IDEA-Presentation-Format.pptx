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74" autoAdjust="0"/>
  </p:normalViewPr>
  <p:slideViewPr>
    <p:cSldViewPr snapToGrid="0" snapToObjects="1">
      <p:cViewPr varScale="1">
        <p:scale>
          <a:sx n="82" d="100"/>
          <a:sy n="82" d="100"/>
        </p:scale>
        <p:origin x="691" y="10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4226" y="2064972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25013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Title- Real-Time Public Transport Tracking for Small Cities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 Transportation &amp; Logistics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ID-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6850" y="90592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385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</a:t>
            </a:r>
            <a:r>
              <a:rPr lang="en-US" sz="28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Solution: 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u="sng" dirty="0" smtClean="0">
                <a:latin typeface="Arial" pitchFamily="34" charset="0"/>
                <a:cs typeface="Arial" pitchFamily="34" charset="0"/>
              </a:rPr>
              <a:t>Detailed explanation of the proposed solution: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We have made a Web Application from Which user can track his Bus for his destination.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u="sng" dirty="0" smtClean="0">
                <a:latin typeface="Arial" pitchFamily="34" charset="0"/>
                <a:cs typeface="Arial" pitchFamily="34" charset="0"/>
              </a:rPr>
              <a:t>How it addresses the problem: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This solution reduces waiting time for passengers, improves reliability, and helps traffic authorities manage congestion.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itchFamily="34" charset="0"/>
                <a:cs typeface="Arial" pitchFamily="34" charset="0"/>
              </a:rPr>
              <a:t>Innovation and uniqueness of the </a:t>
            </a:r>
            <a:r>
              <a:rPr lang="en-US" sz="2400" b="1" u="sng" dirty="0" smtClean="0">
                <a:latin typeface="Arial" pitchFamily="34" charset="0"/>
                <a:cs typeface="Arial" pitchFamily="34" charset="0"/>
              </a:rPr>
              <a:t>solution:</a:t>
            </a:r>
            <a:r>
              <a:rPr lang="en-US" sz="2400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Our system integrates real-time location, predictive arrival times, and emergency alerts, making it both innovative and practical.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533653"/>
            <a:ext cx="946746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itchFamily="34" charset="0"/>
                <a:cs typeface="Arial" pitchFamily="34" charset="0"/>
              </a:rPr>
              <a:t>Technologies to be </a:t>
            </a:r>
            <a:r>
              <a:rPr lang="en-US" sz="2400" b="1" u="sng" dirty="0" smtClean="0">
                <a:latin typeface="Arial" pitchFamily="34" charset="0"/>
                <a:cs typeface="Arial" pitchFamily="34" charset="0"/>
              </a:rPr>
              <a:t>used: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We have used HTML, CSS, Java Script, SQL, and  Python  Programming Languages for our Bus tracking system.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u="sng" dirty="0">
                <a:latin typeface="Arial" pitchFamily="34" charset="0"/>
                <a:cs typeface="Arial" pitchFamily="34" charset="0"/>
              </a:rPr>
              <a:t>Methodology and process for </a:t>
            </a:r>
            <a:r>
              <a:rPr lang="en-US" sz="2400" b="1" u="sng" dirty="0" smtClean="0">
                <a:latin typeface="Arial" pitchFamily="34" charset="0"/>
                <a:cs typeface="Arial" pitchFamily="34" charset="0"/>
              </a:rPr>
              <a:t>implementation: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</a:t>
            </a:r>
            <a:r>
              <a:rPr lang="en-US" sz="2800" b="1" u="sng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idea:</a:t>
            </a:r>
            <a:r>
              <a:rPr lang="en-US" sz="2800" dirty="0"/>
              <a:t> Highlight ease of development with existing tech, integration with city bus GPS systems, scalability for other cities.</a:t>
            </a:r>
            <a:endParaRPr lang="en-US" sz="2800" b="1" u="sng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</a:t>
            </a:r>
            <a:r>
              <a:rPr lang="en-US" sz="2800" b="1" u="sng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risks: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b="1" u="sng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Strategies</a:t>
            </a:r>
            <a:r>
              <a:rPr kumimoji="0" lang="en-US" sz="2800" b="1" i="0" u="sng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for overcoming these </a:t>
            </a:r>
            <a:r>
              <a:rPr kumimoji="0" lang="en-US" sz="2800" b="1" i="0" u="sng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challenges: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Potential impact on the target </a:t>
            </a:r>
            <a:r>
              <a:rPr kumimoji="0" lang="en-US" sz="28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audience: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</a:t>
            </a:r>
            <a:r>
              <a:rPr lang="en-US" sz="2800" b="1" u="sng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solution:</a:t>
            </a:r>
            <a:r>
              <a:rPr lang="en-US" sz="28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(social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2533653"/>
            <a:ext cx="93853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u="sng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</a:t>
            </a:r>
            <a:r>
              <a:rPr lang="en-US" sz="2800" b="1" u="sng" noProof="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work: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7619</TotalTime>
  <Words>399</Words>
  <Application>Microsoft Office PowerPoint</Application>
  <PresentationFormat>Widescreen</PresentationFormat>
  <Paragraphs>63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Nitesh Singh Negi</cp:lastModifiedBy>
  <cp:revision>154</cp:revision>
  <dcterms:created xsi:type="dcterms:W3CDTF">2013-12-12T18:46:50Z</dcterms:created>
  <dcterms:modified xsi:type="dcterms:W3CDTF">2025-09-26T05:17:36Z</dcterms:modified>
  <cp:category/>
</cp:coreProperties>
</file>